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Envisioning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Business Envisioning pre-workshop assessment #03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Hyper-Personalization Engine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(Silnik Hiperpersonalizacji)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Spersonalizowane oferty cross-sell/up-sell oparte na GenAI i syntetycznych danych transakcyjnych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Bank S.A. — Projekt AI Transformacja Cyfrowa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#UC-03 — Hyper-Personalization Engine (Hiperpersonalizacja ofert marketingowych)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Description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podłączony do systemu CRM analizuje historię transakcji klienta (np. częste zakupy na stacji paliw, opłata za żłobek) i generuje unikalną treść komunikacji marketingowej (e-mail, push, SMS) dopasowaną do momentu życiowego klienta. Syntetyczna historia transakcyjna generowana przez LLM (SDV/CTGAN) na potrzeby PoC. Stretch goal: multi-agent orchestration (Agent 1 + Agent 3).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74320" y="20574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to Solve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33172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Klienci otrzymują generyczne wiadomości marketingowe ("Mamy dla Ciebie kredyt"), które ignorują — niski Open Rate i CTR. Tworzenie spersonalizowanych treści dla milionów klientów jest niemożliwe ręcznie. Bank traci przychody z cross-sell/up-sell.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34747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37490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or External Facing: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Facing (komunikacja do klienta)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#: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UC-03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Dział Marketingu / CRM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0" y="685800"/>
            <a:ext cx="3291840" cy="4114800"/>
          </a:xfrm>
          <a:prstGeom prst="rect">
            <a:avLst/>
          </a:prstGeom>
          <a:solidFill>
            <a:srgbClr val="F7F3FF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0" y="777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Stakeholder (OKRs)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0" y="10972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</a:t>
            </a:r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Dyrektor Marketingu (CMO)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Krzysztof Bark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Org: </a:t>
            </a:r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Bank S.A.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60720" y="19659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21945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Wzrost konwersji kampanii marketingowych (CR), redukcja kosztów kampanii, automatyzacja mikrosegmentacji, wzrost przychodów z cross-sell/up-sell.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0" y="28803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0" y="31089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Lift CTR kampanii o &gt;25% vs. baseline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Konwersja cross-sell &gt;3,5% (baseline 1,2%)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Przychód inkrementalny mierzalny A/B testem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Redukcja churn o 5-10%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Wzrost ROI z danych marketingowych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60720" y="42976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Fit: 4/5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Name: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Hiperpersonalizacja ofert marketingowych (front-office)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Dział Marketingu / CRM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#: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0" y="411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or External Facing: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(klient)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79552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Viability – Strategic Business Impact Assessment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210312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14300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use case align to strategy?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Zgodny ze strategią wzrostu przychodów i roadmapą cyfryzacji. Bezpośredni wpływ na revenue growth i retencję klientów.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68880" y="1097280"/>
            <a:ext cx="228600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114300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generate business value?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Wzrost konwersji sprzedaży (cross-sell/up-sell). Lepsze wykorzystanie danych klientów. Mniej utraconych klientów. Wyższy CLV (Customer Lifetime Value).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846320" y="1097280"/>
            <a:ext cx="210312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14300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timeframe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months (MVP z syntetycznymi danymi). Integracja z CRM (Salesforce) i kanałami dostarczania wymaga współpracy marketing + IT.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040880" y="1097280"/>
            <a:ext cx="182880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32320" y="114300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 (1=Low, 5=High)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240280"/>
            <a:ext cx="8595360" cy="27432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2585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Value – User Desirability Impact Assessment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60320"/>
            <a:ext cx="210312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60604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'pilot'?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Pracownik działu marketingu (Magda — specjalistka). Wybrana grupa 500-1000 klientów detalicznych do A/B testu.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468880" y="2560320"/>
            <a:ext cx="228600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60320" y="260604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 for the user?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 czuje, że bank go rozumie, a nie spamuje. Większe zaangażowanie w aplikacji mobilnej. Marketer dostaje gotowe, spersonalizowane treści bez ręcznego pisania.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46320" y="2560320"/>
            <a:ext cx="210312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37760" y="260604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Magda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Specjalista działu marketingu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Org: BCE Bank S.A.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040880" y="2560320"/>
            <a:ext cx="182880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32320" y="260604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Desirability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Marketerzy potrzebują narzędzia do tworzenia spersonalizowanych treści na skalę. Klienci oczekują relevantnej komunikacji.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3703320"/>
            <a:ext cx="8595360" cy="27432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72160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Value – Feasibility Impact Assessment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023360"/>
            <a:ext cx="210312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65760" y="406908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operational risks
</a:t>
            </a:r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Ryzyka danych: jakość i kompletność danych transakcyjnych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Integracja z CRM (Salesforce Marketing Cloud)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Bias i dyskryminacja w modelach ML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Halucynacje w generowanych treściach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Zależność od dostawcy LLM (zmiana cen API)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468880" y="4023360"/>
            <a:ext cx="228600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560320" y="406908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sufficient safeguards available?
</a:t>
            </a:r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Wymagane: prywatna chmura / VPC-hosted modele, formalny proces aprobacyjny AI, DPIA, AI Risk Assessment, monitoring generowanych treści, privacy guardrails. Syntetyczne dane na etapie PoC eliminują ryzyko wycieku danych osobowych.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46320" y="4023360"/>
            <a:ext cx="210312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937760" y="406908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AI/LLM Fit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(generacja komunikacji) + Azure ML (klasyfikacja segmentów) + Salesforce Marketing Cloud (dostarczanie). Dane syntetyczne: SDV/CTGAN. RAG na bazie katalogu produktów.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040880" y="4023360"/>
            <a:ext cx="1828800" cy="1051560"/>
          </a:xfrm>
          <a:prstGeom prst="rect">
            <a:avLst/>
          </a:prstGeom>
          <a:solidFill>
            <a:srgbClr val="F2F2F2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132320" y="406908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Technologia GenAI gotowa, ale integracja CRM + kanały + compliance = większa złożoność niż UC-01/UC-02.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Business Use Cases across Strategic Business Impact and Executional Fit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3840480" cy="192024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0"/>
            <a:ext cx="3840480" cy="19202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651760"/>
            <a:ext cx="3840480" cy="192024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0" y="2651760"/>
            <a:ext cx="3840480" cy="192024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822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Long Term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0" y="822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/ Scale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Deprioritize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0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Learn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50292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Business Impact 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 rot="16200000">
            <a:off x="8503920" y="2514600"/>
            <a:ext cx="365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Executional Fit →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0" y="1371600"/>
            <a:ext cx="320040" cy="32004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F7F3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68172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Rekomendacja: Średnio-wysokie dopasowanie wykonawcze, wysoki wpływ strategiczny. Start po UC-01 i UC-02. Stretch goal: multi-agent orchestration (Agent 1 + Agent 3) w M18-M20.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Case 03 — Hyper-Personalization Engine</dc:title>
  <dc:subject>PptxGenJS Presentation</dc:subject>
  <dc:creator>BCE Bank S.A.</dc:creator>
  <cp:lastModifiedBy>BCE Bank S.A.</cp:lastModifiedBy>
  <cp:revision>1</cp:revision>
  <dcterms:created xsi:type="dcterms:W3CDTF">2026-04-08T15:16:44Z</dcterms:created>
  <dcterms:modified xsi:type="dcterms:W3CDTF">2026-04-08T15:16:44Z</dcterms:modified>
</cp:coreProperties>
</file>