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Envisioning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Envisioning pre-workshop assessment #01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Assistant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(Chatbot / Voicebot)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Konwersacyjna nawigacja po produktach bankowych z wykorzystaniem GenAI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Bank S.A. — Projekt AI Transformacja Cyfrowa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#UC-01 — Product Catalogue Assistant (Chatbot / Voicebot)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konwersacyjny (chatbot tekstowy + voicebot głosowy) oparty na GenAI umożliwiający klientom oraz pracownikom banku nawigację po katalogu produktów bankowych w języku naturalnym. Użytkownik zadaje pytanie — agent odpowiada, prezentuje szczegóły oferty i przekierowuje do właściwego panelu (np. wniosek o kredyt, otwarcie lokaty). Kanały: www, aplikacja mobilna, MS Teams (helpdesk wewnętrzny).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Obecny czas obsługi klienta jest długi, a katalog produktów skomplikowany i trudny do przedstawienia klientowi w prosty sposób. Klienci rezygnują z dalszej obsługi z powodu braku natychmiastowej odpowiedzi. Pracownicy infolinii poświęcają dużo czasu na powtarzalne pytania o produkty, zamiast skupiać się na doradztwie.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749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Facing: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+ Internal Facing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 Obsługi Klienta / 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685800"/>
            <a:ext cx="3291840" cy="4114800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777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 (OKRs)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097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Dyrektor Departamentu Obsługi Klienta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Nowak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Bank S.A.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Zwiększenie przepustowości i jakości obsługi klienta, wyższy CSAT, lepsze pozyskiwanie klientów przez skrócenie czasu dostępu do informacji produktowej.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Zmniejszenie czasu obsługi zapytań o produkty o 40%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Deflection rate &gt;35% (mniej zapytań trafia do agentów live)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CSAT klientów &gt;3,8/5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Accuracy intencji chatbota &gt;85%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Obsługa 20 produktów w fazie PoC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Fit: 5/5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Name: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Assistant (Chatbot / Voicebot)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 Obsługi Klienta /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411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Facing: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+ Internal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955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Viability – Strategic Business Impact Assessment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4300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use case align to strategy?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Zgodny ze strategią cyfrowej transformacji. Realizuje cel skrócenia czasu obsługi i zwiększenia satysfakcji klienta.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1430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generate business value?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Lepsza obsługa klienta (wyższy CSAT), pozyskiwanie nowych klientów, redukcja kosztów contact center o 20-30%.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4300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timeframe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months (wersja MVP/pilot)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bazą wiedzy produktowej wymaga współpracy IT.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1430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(1=Low, 5=High)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Value – User Desirability Impact Assessment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'pilot'?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końcowy banku obsługiwany w wybranych placówkach + pracownicy helpdesku wewnętrznego (MS Teams).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256032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26060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for the user?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otrzymuje natychmiastową, precyzyjną odpowiedź na temat produktów bez czekania na konsultanta. Pracownik ma szybki dostęp do aktualnych informacji produktowych.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Sławek (klient), Tomek (pracownik)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Klient banku, Pracownik placówki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 BCE Bank S.A.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40880" y="256032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260604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Desirability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oczekują szybkości. GenAI rozumiejące pytania w języku naturalnym jest znacznie lepsze niż obecne FAQ.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721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Value – Feasibility Impact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0690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operational risks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Halucynacje: ryzyko podania błędnych warunków produktu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Bezpieczeństwo danych przy interakcji głosowej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Konieczność bieżącej aktualizacji bazy wiedzy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Latencja odpowiedzi voicebota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0" y="402336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0320" y="40690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sufficient safeguards available?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TAK. Model w zamkniętym środowisku chmurowym banku. RAG eliminuje halucynacje — AI korzysta wyłącznie z bazy produktów. Automatyczne maskowanie PII. Szyfrowanie w tranzycie i spoczynku. Filtry treści blokujące nieautoryzowane zapytania.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402336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40690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Fit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Generatywna AI (GPT-4o via Azure OpenAI) + RAG na bazie katalogu produktowego. Wektory w Azure AI Search. Voicebot: Azure Speech Services. Brak fine-tuningu na etapie PoC.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40880" y="402336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32320" y="40690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Technologia dostępna i dojrzała. Bankowe wymogi bezpieczeństwa wymagają dodatkowej pracy. 4 jeśli Landing Zone gotowa.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Business Use Cases across Strategic Business Impact and Executional Fit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3840480" cy="19202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0"/>
            <a:ext cx="3840480" cy="19202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651760"/>
            <a:ext cx="3840480" cy="19202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651760"/>
            <a:ext cx="3840480" cy="19202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Long Term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/ Scale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Learn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Impact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16200000">
            <a:off x="8503920" y="251460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Executional Fit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817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Quick Win / Test &amp; Learn. Szybki PoC (1 miesiąc) na katalogu 20 produktów, pilot w 6 miesięcy. Wysoki wpływ strategiczny, dojrzała technologia.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01 — Product Catalogue Assistant</dc:title>
  <dc:subject>PptxGenJS Presentation</dc:subject>
  <dc:creator>BCE Bank S.A.</dc:creator>
  <cp:lastModifiedBy>BCE Bank S.A.</cp:lastModifiedBy>
  <cp:revision>1</cp:revision>
  <dcterms:created xsi:type="dcterms:W3CDTF">2026-04-08T15:16:44Z</dcterms:created>
  <dcterms:modified xsi:type="dcterms:W3CDTF">2026-04-08T15:16:44Z</dcterms:modified>
</cp:coreProperties>
</file>