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Envisioning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Envisioning pre-workshop assessment #02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Inteligentna Analiza Dokumentów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Kredytowych (OCR + GenAI)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Credit Analysis Assistant — automatyczna ekstrakcja i analiza danych z dokumentów finansowych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Bank S.A. — Projekt AI Transformacja Cyfrowa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#UC-02 — OCR + Credit Document Analysis (GenAI Credit Analysis Assistant)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wykorzystujący multimodalne GenAI do automatycznej ekstrakcji danych z dokumentów finansowych (skany, PDF), weryfikacji ich spójności oraz generowania wstępnych rekomendacji analitycznych dla analityków ryzyka. Klient wgrywa dokument (np. pasek wynagrodzenia). OCR w Azure Document Intelligence ekstrahuje dane. GPT-4o analizuje kontekst i generuje ustrukturyzowaną rekomendację. Analityk weryfikuje manualnie — Human-in-the-Loop.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Analitycy kredytowi poświęcają 60-70% czasu na ręczne przepisywanie danych z dokumentów. Wysokie ryzyko błędu przy ręcznym data entry. Długi czas oczekiwania klienta na decyzję kredytową — klienci biznesowi BCE odchodzą do konkurencji.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3474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749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or External Facing: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Facing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 Ryzyka Kredytowego / Obsługa MŚP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685800"/>
            <a:ext cx="3291840" cy="4114800"/>
          </a:xfrm>
          <a:prstGeom prst="rect">
            <a:avLst/>
          </a:prstGeom>
          <a:solidFill>
            <a:srgbClr val="F7F3FF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777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Stakeholder (OKRs)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097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Dyrektor Departamentu Ryzyka Kredytowego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Jolanta Kaczyńska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Bank S.A. — Departament Ryzyka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1965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Zwiększenie efektywności operacyjnej (Operational Excellence) i redukcja kosztów przetwarzania wniosków kredytowych. Szybsza decyzja = szybszy wzrost przychodów.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31089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Skrócenie czasu analizy dokumentu o min. 50%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OCR accuracy &gt;95% na kluczowych polach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Zwiększenie throughput wniosków bez nowych etatów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Zmniejszenie Cost-to-Serve na wniosek o 30%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NPS analityka &gt;4/5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297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Fit: 5/5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Name: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Inteligentna Analiza Dokumentów Kredytowych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 Ryzyka Kredytowego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411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or External Facing: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955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Viability – Strategic Business Impact Assessment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4300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use case align to strategy?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Zgodny ze strategią i roadmapą transformacji. Bezpośredni wpływ na przychody (szybsze kredyty) i koszty (efektywność).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22860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1430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generate business value?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Znacznie szybsza decyzja kredytowa (nawet tego samego dnia). Mniej błędów w analizie. Więcej obsłużonych wniosków przy tym samym zespole.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14300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timeframe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months (MVP wspierające jeden typ dokumentu — pasek wynagrodzenia). Łatwiejsze wdrożenie niż voicebot — narzędzie wewnętrzne.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8288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11430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(1=Low, 5=High)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859536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2585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Value – User Desirability Impact Assessment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'pilot'?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Pracownicy BCE — Analityk Kredytowy / Doradca Klienta Biznesowego. Grupa 5-8 analityków MŚP.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68880" y="2560320"/>
            <a:ext cx="22860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260604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for the user?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Uwolnienie od nudnej pracy data entry. AI działa jak "młodszy analityk" przygotowujący brudnopis analizy. Człowiek zajmuje się tylko oceną merytoryczną i decyzją.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256032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Zespół Analityków MŚP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Analityk Kredytowy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Org: BCE Bank S.A.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40880" y="2560320"/>
            <a:ext cx="18288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0" y="260604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Desirability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Analitycy są przeciążeni pracą administracyjną. Narzędzie automatycznie czytające skany jest przez nich bardzo pożądane.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721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Value – Feasibility Impact Assessment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40690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operational risks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Jakość skanów: błędy przy słabej jakości (zdjęcia telefonem)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Formaty niestandardowe: różne formaty sprawozdań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Ryzyko dodatkowej pracy po wdrożeniu jeśli accuracy &lt;95%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Integracja z Core Banking (Temenos T24)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68880" y="4023360"/>
            <a:ext cx="22860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60320" y="406908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sufficient safeguards available?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TAK. Human-in-the-Loop — AI nie podejmuje decyzji kredytowej, jedynie sugeruje. Każda liczba z AI musi mieć odniesienie do oryginału (weryfikacja źródła). Przetwarzanie w prywatnej chmurze, szyfrowanie, DPIA przeprowadzone.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402336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40690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Fit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 idealne dla Multimodal LLM (GPT-4o) który "widzi" dokumenty (OCR) i rozumie kontekst finansowy. Azure Document Intelligence + GPT-4o + Palantir Foundry.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40880" y="4023360"/>
            <a:ext cx="18288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32320" y="40690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Technologia OCR + GenAI bardzo dojrzała. Wyzwaniem jest integracja z Core Banking (T24) — przepływ danych.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Business Use Cases across Strategic Business Impact and Executional Fit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3840480" cy="19202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0"/>
            <a:ext cx="3840480" cy="19202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651760"/>
            <a:ext cx="3840480" cy="19202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2651760"/>
            <a:ext cx="3840480" cy="19202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Long Term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/ Scale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Learn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Business Impact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 rot="16200000">
            <a:off x="8503920" y="2514600"/>
            <a:ext cx="365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Executional Fit 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7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817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Rekomendacja: Quick Win. Rozpoczynamy od prostego assistanta czytającego PDFy (paski wynagrodzeń), bez pełnej integracji T24 na start. Wysoki wpływ, niższe ryzyko wizerunkowe (internal).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02 — OCR + Credit Document Analysis</dc:title>
  <dc:subject>PptxGenJS Presentation</dc:subject>
  <dc:creator>BCE Bank S.A.</dc:creator>
  <cp:lastModifiedBy>BCE Bank S.A.</cp:lastModifiedBy>
  <cp:revision>1</cp:revision>
  <dcterms:created xsi:type="dcterms:W3CDTF">2026-04-08T15:16:44Z</dcterms:created>
  <dcterms:modified xsi:type="dcterms:W3CDTF">2026-04-08T15:16:44Z</dcterms:modified>
</cp:coreProperties>
</file>